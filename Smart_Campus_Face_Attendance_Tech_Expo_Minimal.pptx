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621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548640"/>
          <a:lstStyle/>
          <a:p>
            <a:pPr algn="ctr"/>
            <a:r>
              <a:rPr sz="1300" b="1">
                <a:solidFill>
                  <a:srgbClr val="38BDF8"/>
                </a:solidFill>
                <a:latin typeface="Segoe UI"/>
              </a:rPr>
              <a:t>TECH EXPO PROJECT DEMO</a:t>
            </a:r>
          </a:p>
          <a:p>
            <a:pPr>
              <a:spcBef>
                <a:spcPts val="1200"/>
              </a:spcBef>
            </a:pPr>
            <a:r>
              <a:rPr sz="3600" b="1">
                <a:solidFill>
                  <a:srgbClr val="FFFFFF"/>
                </a:solidFill>
                <a:latin typeface="Segoe UI"/>
              </a:rPr>
              <a:t>Smart Face Recognition Attendance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A0AEC0"/>
                </a:solidFill>
                <a:latin typeface="Segoe UI"/>
              </a:rPr>
              <a:t>Contactless, real-time campus attendance system</a:t>
            </a:r>
          </a:p>
          <a:p>
            <a:pPr>
              <a:spcBef>
                <a:spcPts val="3200"/>
              </a:spcBef>
            </a:pPr>
            <a:r>
              <a:rPr sz="1300" b="1">
                <a:solidFill>
                  <a:srgbClr val="FBBF24"/>
                </a:solidFill>
                <a:latin typeface="Segoe UI"/>
              </a:rPr>
              <a:t>KEY HIGHLIGHTS: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FFFFFF"/>
                </a:solidFill>
                <a:latin typeface="Segoe UI"/>
              </a:rPr>
              <a:t>•  Fast walk-through entry with zero stopping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FFFFFF"/>
                </a:solidFill>
                <a:latin typeface="Segoe UI"/>
              </a:rPr>
              <a:t>•  Runs on standard PC / laptop (No GPU required)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FFFFFF"/>
                </a:solidFill>
                <a:latin typeface="Segoe UI"/>
              </a:rPr>
              <a:t>•  Stops proxy attendance completely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FFFFFF"/>
                </a:solidFill>
                <a:latin typeface="Segoe UI"/>
              </a:rPr>
              <a:t>•  Instant live dashboard &amp; 1-click Excel download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Segoe U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4300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What Is This Project?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9997135" cy="3931920"/>
          </a:xfrm>
          <a:prstGeom prst="roundRect">
            <a:avLst/>
          </a:prstGeom>
          <a:solidFill>
            <a:srgbClr val="16213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548640"/>
          <a:lstStyle/>
          <a:p>
            <a:pPr algn="ctr"/>
            <a:r>
              <a:rPr sz="1600" b="1">
                <a:solidFill>
                  <a:srgbClr val="34D399"/>
                </a:solidFill>
                <a:latin typeface="Segoe UI"/>
              </a:rPr>
              <a:t>•  Walk-Through Attendance: </a:t>
            </a:r>
            <a:r>
              <a:rPr sz="1600">
                <a:solidFill>
                  <a:srgbClr val="FFFFFF"/>
                </a:solidFill>
                <a:latin typeface="Segoe UI"/>
              </a:rPr>
              <a:t>Students walk naturally past the camera without waiting in queues.</a:t>
            </a:r>
          </a:p>
          <a:p>
            <a:pPr>
              <a:spcBef>
                <a:spcPts val="2000"/>
              </a:spcBef>
            </a:pPr>
            <a:r>
              <a:rPr sz="1600" b="1">
                <a:solidFill>
                  <a:srgbClr val="34D399"/>
                </a:solidFill>
                <a:latin typeface="Segoe UI"/>
              </a:rPr>
              <a:t>•  Replaces Slow Hardware: </a:t>
            </a:r>
            <a:r>
              <a:rPr sz="1600">
                <a:solidFill>
                  <a:srgbClr val="FFFFFF"/>
                </a:solidFill>
                <a:latin typeface="Segoe UI"/>
              </a:rPr>
              <a:t>Eliminates slow fingerprint scanners and manual paper roll calls.</a:t>
            </a:r>
          </a:p>
          <a:p>
            <a:pPr>
              <a:spcBef>
                <a:spcPts val="2000"/>
              </a:spcBef>
            </a:pPr>
            <a:r>
              <a:rPr sz="1600" b="1">
                <a:solidFill>
                  <a:srgbClr val="34D399"/>
                </a:solidFill>
                <a:latin typeface="Segoe UI"/>
              </a:rPr>
              <a:t>•  Zero Buddy Punching: </a:t>
            </a:r>
            <a:r>
              <a:rPr sz="1600">
                <a:solidFill>
                  <a:srgbClr val="FFFFFF"/>
                </a:solidFill>
                <a:latin typeface="Segoe UI"/>
              </a:rPr>
              <a:t>Nobody can mark attendance for absent friends.</a:t>
            </a:r>
          </a:p>
          <a:p>
            <a:pPr>
              <a:spcBef>
                <a:spcPts val="2000"/>
              </a:spcBef>
            </a:pPr>
            <a:r>
              <a:rPr sz="1600" b="1">
                <a:solidFill>
                  <a:srgbClr val="34D399"/>
                </a:solidFill>
                <a:latin typeface="Segoe UI"/>
              </a:rPr>
              <a:t>•  Voice Greetings &amp; Logging: </a:t>
            </a:r>
            <a:r>
              <a:rPr sz="1600">
                <a:solidFill>
                  <a:srgbClr val="FFFFFF"/>
                </a:solidFill>
                <a:latin typeface="Segoe UI"/>
              </a:rPr>
              <a:t>System recognizes the face, speaks their name, and records attendance.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Segoe U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4300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Technologies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9997135" cy="3931920"/>
          </a:xfrm>
          <a:prstGeom prst="roundRect">
            <a:avLst/>
          </a:prstGeom>
          <a:solidFill>
            <a:srgbClr val="1621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548640"/>
          <a:lstStyle/>
          <a:p>
            <a:pPr algn="ctr"/>
            <a:r>
              <a:rPr sz="1600" b="1">
                <a:solidFill>
                  <a:srgbClr val="38BDF8"/>
                </a:solidFill>
                <a:latin typeface="Segoe UI"/>
              </a:rPr>
              <a:t>•  Face Detection &amp; Recognition: </a:t>
            </a:r>
            <a:r>
              <a:rPr sz="1600">
                <a:solidFill>
                  <a:srgbClr val="FFFFFF"/>
                </a:solidFill>
                <a:latin typeface="Segoe UI"/>
              </a:rPr>
              <a:t>OpenCV YuNet + ArcFace ONNX models</a:t>
            </a:r>
          </a:p>
          <a:p>
            <a:pPr>
              <a:spcBef>
                <a:spcPts val="2000"/>
              </a:spcBef>
            </a:pPr>
            <a:r>
              <a:rPr sz="1600" b="1">
                <a:solidFill>
                  <a:srgbClr val="38BDF8"/>
                </a:solidFill>
                <a:latin typeface="Segoe UI"/>
              </a:rPr>
              <a:t>•  Crowd Tracking: </a:t>
            </a:r>
            <a:r>
              <a:rPr sz="1600">
                <a:solidFill>
                  <a:srgbClr val="FFFFFF"/>
                </a:solidFill>
                <a:latin typeface="Segoe UI"/>
              </a:rPr>
              <a:t>ByteTrack algorithm (tracks moving groups in real time)</a:t>
            </a:r>
          </a:p>
          <a:p>
            <a:pPr>
              <a:spcBef>
                <a:spcPts val="2000"/>
              </a:spcBef>
            </a:pPr>
            <a:r>
              <a:rPr sz="1600" b="1">
                <a:solidFill>
                  <a:srgbClr val="38BDF8"/>
                </a:solidFill>
                <a:latin typeface="Segoe UI"/>
              </a:rPr>
              <a:t>•  Backend Server: </a:t>
            </a:r>
            <a:r>
              <a:rPr sz="1600">
                <a:solidFill>
                  <a:srgbClr val="FFFFFF"/>
                </a:solidFill>
                <a:latin typeface="Segoe UI"/>
              </a:rPr>
              <a:t>Python, FastAPI, and SQLite database</a:t>
            </a:r>
          </a:p>
          <a:p>
            <a:pPr>
              <a:spcBef>
                <a:spcPts val="2000"/>
              </a:spcBef>
            </a:pPr>
            <a:r>
              <a:rPr sz="1600" b="1">
                <a:solidFill>
                  <a:srgbClr val="38BDF8"/>
                </a:solidFill>
                <a:latin typeface="Segoe UI"/>
              </a:rPr>
              <a:t>•  Frontend Dashboard: </a:t>
            </a:r>
            <a:r>
              <a:rPr sz="1600">
                <a:solidFill>
                  <a:srgbClr val="FFFFFF"/>
                </a:solidFill>
                <a:latin typeface="Segoe UI"/>
              </a:rPr>
              <a:t>React 19, Vite, and HTML5 Canvas (60 FPS camera feed)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Segoe UI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4300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How It Works (4 Steps)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9997135" cy="3931920"/>
          </a:xfrm>
          <a:prstGeom prst="roundRect">
            <a:avLst/>
          </a:prstGeom>
          <a:solidFill>
            <a:srgbClr val="16213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548640"/>
          <a:lstStyle/>
          <a:p>
            <a:pPr algn="ctr"/>
            <a:r>
              <a:rPr sz="1600" b="1">
                <a:solidFill>
                  <a:srgbClr val="FBBF24"/>
                </a:solidFill>
                <a:latin typeface="Segoe UI"/>
              </a:rPr>
              <a:t>•  Step 1: Capture — </a:t>
            </a:r>
            <a:r>
              <a:rPr sz="1600">
                <a:solidFill>
                  <a:srgbClr val="FFFFFF"/>
                </a:solidFill>
                <a:latin typeface="Segoe UI"/>
              </a:rPr>
              <a:t>Camera captures live video of people entering.</a:t>
            </a:r>
          </a:p>
          <a:p>
            <a:pPr>
              <a:spcBef>
                <a:spcPts val="2000"/>
              </a:spcBef>
            </a:pPr>
            <a:r>
              <a:rPr sz="1600" b="1">
                <a:solidFill>
                  <a:srgbClr val="FBBF24"/>
                </a:solidFill>
                <a:latin typeface="Segoe UI"/>
              </a:rPr>
              <a:t>•  Step 2: Detect &amp; Track — </a:t>
            </a:r>
            <a:r>
              <a:rPr sz="1600">
                <a:solidFill>
                  <a:srgbClr val="FFFFFF"/>
                </a:solidFill>
                <a:latin typeface="Segoe UI"/>
              </a:rPr>
              <a:t>YuNet finds faces, ByteTrack assigns continuous IDs.</a:t>
            </a:r>
          </a:p>
          <a:p>
            <a:pPr>
              <a:spcBef>
                <a:spcPts val="2000"/>
              </a:spcBef>
            </a:pPr>
            <a:r>
              <a:rPr sz="1600" b="1">
                <a:solidFill>
                  <a:srgbClr val="FBBF24"/>
                </a:solidFill>
                <a:latin typeface="Segoe UI"/>
              </a:rPr>
              <a:t>•  Step 3: Vector Match — </a:t>
            </a:r>
            <a:r>
              <a:rPr sz="1600">
                <a:solidFill>
                  <a:srgbClr val="FFFFFF"/>
                </a:solidFill>
                <a:latin typeface="Segoe UI"/>
              </a:rPr>
              <a:t>ArcFace matches face embeddings in under 0.4 milliseconds.</a:t>
            </a:r>
          </a:p>
          <a:p>
            <a:pPr>
              <a:spcBef>
                <a:spcPts val="2000"/>
              </a:spcBef>
            </a:pPr>
            <a:r>
              <a:rPr sz="1600" b="1">
                <a:solidFill>
                  <a:srgbClr val="FBBF24"/>
                </a:solidFill>
                <a:latin typeface="Segoe UI"/>
              </a:rPr>
              <a:t>•  Step 4: Mark &amp; Announce — </a:t>
            </a:r>
            <a:r>
              <a:rPr sz="1600">
                <a:solidFill>
                  <a:srgbClr val="FFFFFF"/>
                </a:solidFill>
                <a:latin typeface="Segoe UI"/>
              </a:rPr>
              <a:t>Logs attendance in database, speaks name, and updates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